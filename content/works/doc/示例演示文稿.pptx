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3327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/>
            </a:pPr>
            <a:r>
              <a:t>示例 PPT 演示文稿</a:t>
            </a:r>
          </a:p>
          <a:p>
            <a:pPr>
              <a:defRPr sz="1800"/>
            </a:pPr>
            <a:r>
              <a:t>自动生成的示例幻灯片</a:t>
            </a:r>
          </a:p>
          <a:p>
            <a:pPr>
              <a:defRPr sz="1800"/>
            </a:pPr>
            <a:r>
              <a:t>用来演示网站的文档下载卡片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3327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目录</a:t>
            </a:r>
          </a:p>
          <a:p>
            <a:pPr>
              <a:defRPr sz="1800"/>
            </a:pPr>
            <a:r>
              <a:t>一、项目背景</a:t>
            </a:r>
          </a:p>
          <a:p>
            <a:pPr>
              <a:defRPr sz="1800"/>
            </a:pPr>
            <a:r>
              <a:t>二、技术方案</a:t>
            </a:r>
          </a:p>
          <a:p>
            <a:pPr>
              <a:defRPr sz="1800"/>
            </a:pPr>
            <a:r>
              <a:t>三、成果展示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3327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技术方案</a:t>
            </a:r>
          </a:p>
          <a:p>
            <a:pPr>
              <a:defRPr sz="1800"/>
            </a:pPr>
            <a:r>
              <a:t>• 机械结构设计</a:t>
            </a:r>
          </a:p>
          <a:p>
            <a:pPr>
              <a:defRPr sz="1800"/>
            </a:pPr>
            <a:r>
              <a:t>• 3D 建模与装配</a:t>
            </a:r>
          </a:p>
          <a:p>
            <a:pPr>
              <a:defRPr sz="1800"/>
            </a:pPr>
            <a:r>
              <a:t>• 动手测试与迭代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3327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/>
            </a:pPr>
            <a:r>
              <a:t>谢谢观看</a:t>
            </a:r>
          </a:p>
          <a:p>
            <a:pPr>
              <a:defRPr sz="1800"/>
            </a:pPr>
            <a:r>
              <a:t>有任何想法欢迎交流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